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6500"/>
                </a:solidFill>
              </a:defRPr>
            </a:pPr>
            <a:r>
              <a:t>COLLECTIQ</a:t>
            </a:r>
          </a:p>
          <a:p>
            <a:pPr>
              <a:spcBef>
                <a:spcPts val="1400"/>
              </a:spcBef>
              <a:defRPr sz="2600">
                <a:solidFill>
                  <a:srgbClr val="FFFFFF"/>
                </a:solidFill>
              </a:defRPr>
            </a:pPr>
            <a:r>
              <a:t>Autonomous Accounts Receivable Agent for ASI:One &amp; Agentverse</a:t>
            </a:r>
          </a:p>
          <a:p>
            <a:pPr>
              <a:spcBef>
                <a:spcPts val="2000"/>
              </a:spcBef>
              <a:defRPr sz="1600">
                <a:solidFill>
                  <a:srgbClr val="DAE6F2"/>
                </a:solidFill>
              </a:defRPr>
            </a:pPr>
            <a:r>
              <a:t>Multi-Source Intake • Anti-Hallucination Guardrails • ASI Interactive Tri-Cards • Fetch.ai Ledger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6500"/>
                </a:solidFill>
              </a:defRPr>
            </a:pPr>
            <a:r>
              <a:t>Built on Fetch.ai / ASI:One ACP &amp; Payment Protocol | 65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rPr dirty="0"/>
              <a:t>COLLECTIQ — HACKATHON PITCH</a:t>
            </a:r>
          </a:p>
          <a:p>
            <a:pPr>
              <a:defRPr sz="2600" b="1">
                <a:solidFill>
                  <a:srgbClr val="0B192C"/>
                </a:solidFill>
              </a:defRPr>
            </a:pPr>
            <a:r>
              <a:rPr dirty="0"/>
              <a:t>The Accounts Receivable Bottleneck for Modern Businesses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500"/>
                </a:solidFill>
              </a:defRPr>
            </a:pPr>
            <a:r>
              <a:rPr dirty="0"/>
              <a:t>01</a:t>
            </a:r>
          </a:p>
          <a:p>
            <a:pPr>
              <a:spcBef>
                <a:spcPts val="1000"/>
              </a:spcBef>
              <a:defRPr sz="1800" b="1">
                <a:solidFill>
                  <a:srgbClr val="0B192C"/>
                </a:solidFill>
              </a:defRPr>
            </a:pPr>
            <a:r>
              <a:rPr dirty="0"/>
              <a:t>Manual &amp; Fragmented Tracking</a:t>
            </a:r>
          </a:p>
          <a:p>
            <a:pPr>
              <a:spcBef>
                <a:spcPts val="1400"/>
              </a:spcBef>
              <a:defRPr sz="1300">
                <a:solidFill>
                  <a:srgbClr val="323232"/>
                </a:solidFill>
              </a:defRPr>
            </a:pPr>
            <a:r>
              <a:rPr dirty="0"/>
              <a:t>Businesses lose hours matching bank transfers with invoices across disparate spreadsheets, PDFs, and accounting software, creating tracking </a:t>
            </a:r>
            <a:r>
              <a:rPr dirty="0" err="1"/>
              <a:t>blindspots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500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800" b="1">
                <a:solidFill>
                  <a:srgbClr val="0B192C"/>
                </a:solidFill>
              </a:defRPr>
            </a:pPr>
            <a:r>
              <a:t>Human Calculation &amp; Follow-up Errors</a:t>
            </a:r>
          </a:p>
          <a:p>
            <a:pPr>
              <a:spcBef>
                <a:spcPts val="1400"/>
              </a:spcBef>
              <a:defRPr sz="1300">
                <a:solidFill>
                  <a:srgbClr val="323232"/>
                </a:solidFill>
              </a:defRPr>
            </a:pPr>
            <a:r>
              <a:t>Staff repeatedly calculate outstanding dues on partial payments manually, leading to embarrassing over-billing, missed deadlines, or duplicate customer spam.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19456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500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800" b="1">
                <a:solidFill>
                  <a:srgbClr val="0B192C"/>
                </a:solidFill>
              </a:defRPr>
            </a:pPr>
            <a:r>
              <a:t>Lack of Safe Automation</a:t>
            </a:r>
          </a:p>
          <a:p>
            <a:pPr>
              <a:spcBef>
                <a:spcPts val="1400"/>
              </a:spcBef>
              <a:defRPr sz="1300">
                <a:solidFill>
                  <a:srgbClr val="323232"/>
                </a:solidFill>
              </a:defRPr>
            </a:pPr>
            <a:r>
              <a:t>Standard notification scripts lack human-in-the-loop approvals, audit logs, or protection against hallucinated payment links and illegal penalty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COLLECTIQ — HACKATHON PITCH</a:t>
            </a:r>
          </a:p>
          <a:p>
            <a:pPr>
              <a:defRPr sz="2600" b="1">
                <a:solidFill>
                  <a:srgbClr val="0B192C"/>
                </a:solidFill>
              </a:defRPr>
            </a:pPr>
            <a:r>
              <a:t>CollectIQ: Complete End-to-End Agentic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1. Multi-Source Intake</a:t>
            </a:r>
          </a:p>
          <a:p>
            <a:pPr>
              <a:spcBef>
                <a:spcPts val="400"/>
              </a:spcBef>
              <a:defRPr sz="1300">
                <a:solidFill>
                  <a:srgbClr val="323232"/>
                </a:solidFill>
              </a:defRPr>
            </a:pPr>
            <a:r>
              <a:t>Ingests invoices effortlessly from CSV, Excel (.xlsx), PDF bills, public Google Sheets / Google Docs, or direct chat paste.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2. Anti-Hallucination Brain</a:t>
            </a:r>
          </a:p>
          <a:p>
            <a:pPr>
              <a:spcBef>
                <a:spcPts val="400"/>
              </a:spcBef>
              <a:defRPr sz="1300">
                <a:solidFill>
                  <a:srgbClr val="323232"/>
                </a:solidFill>
              </a:defRPr>
            </a:pPr>
            <a:r>
              <a:t>Strict deterministic logic computes status (due, overdue, paid, disputed) and partial payments. Rejects any fabricated penalties or UPI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rPr dirty="0"/>
              <a:t>3. Human-in-the-Loop Review</a:t>
            </a:r>
          </a:p>
          <a:p>
            <a:pPr>
              <a:spcBef>
                <a:spcPts val="400"/>
              </a:spcBef>
              <a:defRPr sz="1300">
                <a:solidFill>
                  <a:srgbClr val="323232"/>
                </a:solidFill>
              </a:defRPr>
            </a:pPr>
            <a:r>
              <a:rPr dirty="0"/>
              <a:t>Presents visual </a:t>
            </a:r>
            <a:r>
              <a:rPr dirty="0" err="1"/>
              <a:t>ASI:One</a:t>
            </a:r>
            <a:r>
              <a:rPr dirty="0"/>
              <a:t> Interactive Cards before sending. Business owners tap to approve or cancel with 1-click.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349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4. Multi-Channel Dispatch</a:t>
            </a:r>
          </a:p>
          <a:p>
            <a:pPr>
              <a:spcBef>
                <a:spcPts val="400"/>
              </a:spcBef>
              <a:defRPr sz="1300">
                <a:solidFill>
                  <a:srgbClr val="323232"/>
                </a:solidFill>
              </a:defRPr>
            </a:pPr>
            <a:r>
              <a:t>Delivers verified personalized reminders through real Twilio WhatsApp and SMTP Email with automated duplicate prevention.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COLLECTIQ — HACKATHON PITCH</a:t>
            </a:r>
          </a:p>
          <a:p>
            <a:pPr>
              <a:defRPr sz="2600" b="1">
                <a:solidFill>
                  <a:srgbClr val="0B192C"/>
                </a:solidFill>
              </a:defRPr>
            </a:pPr>
            <a:r>
              <a:t>Exclusive ASI:One Tri-Card System (Bonus Points)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📊 AR Dashboard Card</a:t>
            </a:r>
          </a:p>
          <a:p>
            <a:pPr>
              <a:spcBef>
                <a:spcPts val="400"/>
              </a:spcBef>
              <a:defRPr sz="1100" b="1">
                <a:solidFill>
                  <a:srgbClr val="FF6500"/>
                </a:solidFill>
              </a:defRPr>
            </a:pPr>
            <a:r>
              <a:t>Trigger: 'status' / 'my invoices'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Visual KPI overview of outstanding balance (₹)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Breakdown: overdue, due today, paid, disputed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1-Click CTA: '⚡ Send Reminders'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1-Click CTA: '📜 View History'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📝 Review Card</a:t>
            </a:r>
          </a:p>
          <a:p>
            <a:pPr>
              <a:spcBef>
                <a:spcPts val="400"/>
              </a:spcBef>
              <a:defRPr sz="1100" b="1">
                <a:solidFill>
                  <a:srgbClr val="FF6500"/>
                </a:solidFill>
              </a:defRPr>
            </a:pPr>
            <a:r>
              <a:t>Trigger: 'send reminders to all'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Human-in-the-loop inspection before sending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Displays recipient counts &amp; live/sandbox state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Integrates subscription fee if payments on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1-Click CTA: 'Approve &amp; Send' / 'Cancel'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📈 Dispatch Summary Card</a:t>
            </a:r>
          </a:p>
          <a:p>
            <a:pPr>
              <a:spcBef>
                <a:spcPts val="400"/>
              </a:spcBef>
              <a:defRPr sz="1100" b="1">
                <a:solidFill>
                  <a:srgbClr val="FF6500"/>
                </a:solidFill>
              </a:defRPr>
            </a:pPr>
            <a:r>
              <a:t>Trigger: On Reminder Execution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Live provider delivery feedback &amp; metrics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Receipt counts: emails &amp; WhatsApp accepted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Shows duplicates automatically prevented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1-Click CTA: '📜 View Audit History'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COLLECTIQ — HACKATHON PITCH</a:t>
            </a:r>
          </a:p>
          <a:p>
            <a:pPr>
              <a:defRPr sz="2600" b="1">
                <a:solidFill>
                  <a:srgbClr val="0B192C"/>
                </a:solidFill>
              </a:defRPr>
            </a:pPr>
            <a:r>
              <a:t>Real-World Multi-Channel Integration &amp; On-Demand Messaging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Twilio &amp; Cloud API WhatsApp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Pre-approved template messaging with dynamic parameters (name, invoice #, ₹ balance, due date).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Custom on-demand messages: 'send whatsapp to +91...: Hello, your receipt is ready'.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Targeted customer reminders: 'remind Amit Traders' or 'whatsapp to INV-103'.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Trial-account safety: friendly mapping of unverified recipient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SMTP Live Email &amp; Database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Direct SMTP connection (Gmail / enterprise SMTP) with TLS authentication.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Professional Subject &amp; Body generation with Message-ID tracking.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ACID SQLite persistence: every single message logged to reminder_log table.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✓ Cooldown mechanism: Prevents spamming customers within 3-day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COLLECTIQ — HACKATHON PITCH</a:t>
            </a:r>
          </a:p>
          <a:p>
            <a:pPr>
              <a:defRPr sz="2600" b="1">
                <a:solidFill>
                  <a:srgbClr val="0B192C"/>
                </a:solidFill>
              </a:defRPr>
            </a:pPr>
            <a:r>
              <a:t>Agent Payment Protocol (Seller Role) &amp; Monetisation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Reviewing &amp; Dashboard</a:t>
            </a:r>
          </a:p>
          <a:p>
            <a:pPr>
              <a:spcBef>
                <a:spcPts val="800"/>
              </a:spcBef>
              <a:defRPr sz="2400" b="1">
                <a:solidFill>
                  <a:srgbClr val="FF6500"/>
                </a:solidFill>
              </a:defRPr>
            </a:pPr>
            <a:r>
              <a:t>100% Free</a:t>
            </a:r>
          </a:p>
          <a:p>
            <a:pPr>
              <a:spcBef>
                <a:spcPts val="1400"/>
              </a:spcBef>
              <a:defRPr sz="1300">
                <a:solidFill>
                  <a:srgbClr val="323232"/>
                </a:solidFill>
              </a:defRPr>
            </a:pPr>
            <a:r>
              <a:t>Anyone can import invoices, check accounts receivable status, inspect audit logs, and test in sandbox mode without paying anything.</a:t>
            </a:r>
          </a:p>
          <a:p>
            <a:pPr>
              <a:spcBef>
                <a:spcPts val="1200"/>
              </a:spcBef>
              <a:defRPr sz="1100">
                <a:solidFill>
                  <a:srgbClr val="1E3E62"/>
                </a:solidFill>
              </a:defRPr>
            </a:pPr>
            <a:r>
              <a:t>• Zero Commitment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7-Day Trial Plan</a:t>
            </a:r>
          </a:p>
          <a:p>
            <a:pPr>
              <a:spcBef>
                <a:spcPts val="800"/>
              </a:spcBef>
              <a:defRPr sz="2400" b="1">
                <a:solidFill>
                  <a:srgbClr val="FF6500"/>
                </a:solidFill>
              </a:defRPr>
            </a:pPr>
            <a:r>
              <a:t>$1 (Paid in FET)</a:t>
            </a:r>
          </a:p>
          <a:p>
            <a:pPr>
              <a:spcBef>
                <a:spcPts val="1400"/>
              </a:spcBef>
              <a:defRPr sz="1300">
                <a:solidFill>
                  <a:srgbClr val="323232"/>
                </a:solidFill>
              </a:defRPr>
            </a:pPr>
            <a:r>
              <a:t>Designed for new SME clients: allows full execution of payment reminder runs across all channels for 7 days.</a:t>
            </a:r>
          </a:p>
          <a:p>
            <a:pPr>
              <a:spcBef>
                <a:spcPts val="1200"/>
              </a:spcBef>
              <a:defRPr sz="1100">
                <a:solidFill>
                  <a:srgbClr val="1E3E62"/>
                </a:solidFill>
              </a:defRPr>
            </a:pPr>
            <a:r>
              <a:t>• On-Chain Ledger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2103120"/>
            <a:ext cx="283464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rPr dirty="0"/>
              <a:t>Monthly Subscription</a:t>
            </a:r>
          </a:p>
          <a:p>
            <a:pPr>
              <a:spcBef>
                <a:spcPts val="800"/>
              </a:spcBef>
              <a:defRPr sz="2400" b="1">
                <a:solidFill>
                  <a:srgbClr val="FF6500"/>
                </a:solidFill>
              </a:defRPr>
            </a:pPr>
            <a:r>
              <a:rPr dirty="0"/>
              <a:t>$</a:t>
            </a:r>
            <a:r>
              <a:rPr lang="en-US" dirty="0"/>
              <a:t>20</a:t>
            </a:r>
            <a:r>
              <a:rPr dirty="0"/>
              <a:t>/</a:t>
            </a:r>
            <a:r>
              <a:rPr dirty="0" err="1"/>
              <a:t>mo</a:t>
            </a:r>
            <a:r>
              <a:rPr dirty="0"/>
              <a:t> (Paid in FET)</a:t>
            </a:r>
          </a:p>
          <a:p>
            <a:pPr>
              <a:spcBef>
                <a:spcPts val="1400"/>
              </a:spcBef>
              <a:defRPr sz="1300">
                <a:solidFill>
                  <a:srgbClr val="323232"/>
                </a:solidFill>
              </a:defRPr>
            </a:pPr>
            <a:r>
              <a:rPr dirty="0"/>
              <a:t>Unlimited reminder runs, continuous duplicate prevention, multi-user isolation, and complete audit history.</a:t>
            </a:r>
          </a:p>
          <a:p>
            <a:pPr>
              <a:spcBef>
                <a:spcPts val="1200"/>
              </a:spcBef>
              <a:defRPr sz="1100">
                <a:solidFill>
                  <a:srgbClr val="1E3E62"/>
                </a:solidFill>
              </a:defRPr>
            </a:pPr>
            <a:r>
              <a:rPr dirty="0"/>
              <a:t>• On-Chain Ledger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00"/>
                </a:solidFill>
              </a:defRPr>
            </a:pPr>
            <a:r>
              <a:rPr dirty="0"/>
              <a:t>COLLECTIQ — HACKATHON DELIVERABLES CHECKLIST</a:t>
            </a:r>
          </a:p>
          <a:p>
            <a:pPr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rPr dirty="0"/>
              <a:t>Why </a:t>
            </a:r>
            <a:r>
              <a:rPr dirty="0" err="1"/>
              <a:t>CollectIQ</a:t>
            </a:r>
            <a:r>
              <a:rPr dirty="0"/>
              <a:t> is Ready to Win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</a:t>
            </a:r>
            <a:r>
              <a:rPr dirty="0" err="1"/>
              <a:t>Agentverse</a:t>
            </a:r>
            <a:r>
              <a:rPr dirty="0"/>
              <a:t> Mailbox Integration: Globally reachable via </a:t>
            </a:r>
            <a:r>
              <a:rPr dirty="0" err="1"/>
              <a:t>ASI:One</a:t>
            </a:r>
            <a:r>
              <a:rPr dirty="0"/>
              <a:t> conversation interface.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Agent Chat Protocol (ACP): Fully compliant with </a:t>
            </a:r>
            <a:r>
              <a:rPr dirty="0" err="1"/>
              <a:t>ChatMessage</a:t>
            </a:r>
            <a:r>
              <a:rPr dirty="0"/>
              <a:t>, </a:t>
            </a:r>
            <a:r>
              <a:rPr dirty="0" err="1"/>
              <a:t>ChatAcknowledgement</a:t>
            </a:r>
            <a:r>
              <a:rPr dirty="0"/>
              <a:t> &amp; manifests.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Interactive Tri-Cards: AR Dashboard, Confirmation Review Card &amp; Post-Dispatch Summary Card.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Agent Payment Protocol: Real on-chain FET verification with double-spend SQLite protection.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Multi-Source Ingestion: CSV, Excel (.xlsx), PDF, Google Sheets, Google Docs &amp; raw chat paste.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Live Delivery: Verified real-world WhatsApp messages (Twilio) and SMTP emails with sandbox fallback.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Strict Anti-Hallucination: Eliminates fake fees, incorrect balances, or unauthorized links.</a:t>
            </a:r>
          </a:p>
          <a:p>
            <a:pPr>
              <a:spcBef>
                <a:spcPts val="800"/>
              </a:spcBef>
              <a:defRPr sz="1400">
                <a:solidFill>
                  <a:srgbClr val="DAE6F2"/>
                </a:solidFill>
              </a:defRPr>
            </a:pPr>
            <a:r>
              <a:rPr dirty="0"/>
              <a:t>✓  Production Quality: 65 Comprehensive unit tests passing with zero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771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aryan1 jain</cp:lastModifiedBy>
  <cp:revision>2</cp:revision>
  <dcterms:created xsi:type="dcterms:W3CDTF">2013-01-27T09:14:16Z</dcterms:created>
  <dcterms:modified xsi:type="dcterms:W3CDTF">2026-10-24T21:18:48Z</dcterms:modified>
  <cp:category/>
</cp:coreProperties>
</file>